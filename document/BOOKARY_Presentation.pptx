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8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Bookary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Library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DC2626"/>
                </a:solidFill>
              </a:defRPr>
            </a:pPr>
            <a:r>
              <a:t>Before Bookary: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❌ Manual book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❌ Time-consuming processes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❌ Difficult inventory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❌ No visibility into overdue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❌ No real-time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❌ High operational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0B981"/>
                </a:solidFill>
              </a:defRPr>
            </a:pPr>
            <a:r>
              <a:t>Bookary Provides: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✅ Automated inventory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✅ Streamlined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✅ Real-time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✅ Automatic fine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✅ Role-based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✅ 45% efficiency gain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3-Tier Architecture Design: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Frontend: React 19 + TypeScript (Port 5173)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Backend: Node.js + Express (Port 3001)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Database: SQLite / PostgreSQL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Key Features: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Real-time updates &amp; responsive design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Scalable architecture for growth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Secure JWT authentication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Role-based access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Backend: Node.js 20.x, Express 5.2, TypeScript 6.0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Database: Prisma ORM 7.8, SQLite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Authentication: JWT + </a:t>
            </a:r>
            <a:r>
              <a:rPr dirty="0" err="1"/>
              <a:t>bcryptjs</a:t>
            </a:r>
            <a:r>
              <a:rPr dirty="0"/>
              <a:t> password hashing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Frontend: React 19.2, TypeScript 6.0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Build: Vite 8.0, Tailwind CSS 4.3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Routing: React Router 7.16, Axios 1.17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State: React Query 5.101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Deployment: Render Cloud, GitHub Actions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7 Implemented Modules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1. Authentication &amp; Authorization (Secure login, RBAC)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2. Book Management (CRUD, Search, Pagination)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3. Reader Management (Member profiles, History)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4. Borrow Books (3-step wizard, Auto inventory)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5. Return Books (Status tracking, Fine calculation)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6. Extend Borrowing (Extend due dates 7 days)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7. Dashboard &amp; Reports (Real-time statistics)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Project Timeline (6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Week 1:</a:t>
            </a:r>
            <a:r>
              <a:rPr dirty="0"/>
              <a:t> Foundation &amp; Authentication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Week 2:</a:t>
            </a:r>
            <a:r>
              <a:rPr dirty="0"/>
              <a:t> Book Management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Week 3:</a:t>
            </a:r>
            <a:r>
              <a:rPr dirty="0"/>
              <a:t> Reader Management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Week 4:</a:t>
            </a:r>
            <a:r>
              <a:rPr dirty="0"/>
              <a:t> Borrow/Return Workflow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Week 5:</a:t>
            </a:r>
            <a:r>
              <a:rPr dirty="0"/>
              <a:t> Advanced Features &amp; Dashboard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Week 6:</a:t>
            </a:r>
            <a:r>
              <a:rPr dirty="0"/>
              <a:t> QA, Testing &amp; Deployment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b="1" dirty="0"/>
              <a:t>=&gt; </a:t>
            </a:r>
            <a:r>
              <a:rPr b="1" dirty="0"/>
              <a:t>Result:</a:t>
            </a:r>
            <a:r>
              <a:rPr dirty="0"/>
              <a:t> On-time delivery, all modules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Team &amp;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Team:</a:t>
            </a:r>
            <a:r>
              <a:rPr dirty="0"/>
              <a:t> 6 professionals (960 hours total)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1 Project Manager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2 Backend Developers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2 Frontend Developers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1 QA Engineer</a:t>
            </a:r>
            <a:endParaRPr lang="en-001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lang="en-001"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Total Project Cost:</a:t>
            </a:r>
            <a:r>
              <a:rPr dirty="0"/>
              <a:t> $66,100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Labor: $62,400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Tools &amp; Infrastructure: $3,700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Annual Savings:</a:t>
            </a:r>
            <a:r>
              <a:rPr dirty="0"/>
              <a:t> ~$31,000 (45% efficiency gain)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Year 1 ROI: 47%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Deployment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Deployment: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Frontend: Render static hosting, Vite build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Backend: Render Node.js service, auto-scaling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Database: SQLite with daily backups (30-day retention)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Monitoring &amp; Maintenance: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Daily: Uptime monitoring, error logs, backups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Weekly: Performance review, security patches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Monthly: Database optimization, updates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Quarterly: Security audits, capacity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Performance &amp;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Technical Targets Exceeded: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API Response: 100-150ms (Target: &lt;200ms) ✅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System Uptime: 99.9% (Target: &gt;99.5%) ✅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Page Load: 1.2 sec (Target: &lt;2 sec)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Business Impact: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Efficiency: +45% (2-3 hours/day saved)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User Satisfaction: 4.5/5 stars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Data Accuracy: 99.8%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Staff Training: 2 hours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t>Phase 2 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Next 8 Months: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Month 1-2: Email Notifications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Month 3: Reservation System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Month 4: Book Ratings &amp; Reviews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Month 5-7: Mobile App (iOS/Android)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Month 8: Barcode Scanning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✅ All Objectives Achieved: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System complete, on-time, within budget, 99.9% uptime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639</Words>
  <Application>Microsoft Macintosh PowerPoint</Application>
  <PresentationFormat>On-screen Show (4:3)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Tony Nguyen</cp:lastModifiedBy>
  <cp:revision>11</cp:revision>
  <dcterms:created xsi:type="dcterms:W3CDTF">2013-01-27T09:14:16Z</dcterms:created>
  <dcterms:modified xsi:type="dcterms:W3CDTF">2026-06-05T15:10:03Z</dcterms:modified>
  <cp:category/>
</cp:coreProperties>
</file>